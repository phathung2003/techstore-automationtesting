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115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2365-C81C-9B0C-0414-E440390B3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54E97-4C80-BD0C-2AF5-4E0B64448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9D20A-7786-DA0F-69E5-516A2F14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2CA0-91D3-A6C8-58FD-8CE24214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4FA43-B3F1-13FB-C4FD-8262B5C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6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9C1A-B2F6-0003-4917-0B90C148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17424-68F7-2B8E-DFFE-C41FB4336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8A8D8-2735-1B64-03C4-86E5863C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F7998-05C8-5DB6-000F-92DC59C6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4F515-DE30-33A4-CF86-217E95A0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4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41D4-ACFD-4BAF-1ED0-883A2BF1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DBCBE-6A61-1649-93B2-9D5E60CB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EC26-61E5-61CA-82CF-5C34C672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71E8C-617F-8629-0F62-98AC511C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090BF-BC09-27B2-7A5C-774662F9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79BD-09B0-9AB8-0018-612A6134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EEEC-6E15-7DED-A837-B8CE0CF86D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3EC4F-A17B-4128-88FA-F249D1582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DFF6D-CAFF-88FD-48E4-A9A69861B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2A24A-DE31-9DB0-6C4E-8B9BA8C0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C5743-A211-B776-1D73-04A6510A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4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2575-343E-A442-5C78-60975709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94C14-EEA1-80C5-8F70-B1FCA3E0A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2B65E-3959-A119-98D4-3DE5EDEF9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57C1B-B147-4C93-7A4B-59BF93E66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F8FBC-9275-A82C-A99D-BD565D962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03896-38D3-C605-AA8F-772F1DF23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CD0553-96A5-5C77-09C1-17D0B273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DEC4F-C1E8-341E-CED9-11F48ACF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9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AA9E-25D6-DCC0-F3E4-B472ACA8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342D6-60A6-A390-852D-072DE474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270EB-5023-DE9F-52CB-24627C3D1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07CA1-05EB-4BE7-671B-1CF573D8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6D7B4-AFD3-D545-4B91-1805659B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2D8BD-EAA0-EC9F-C246-E907F915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75F15-5D95-897D-C3F9-B706BB76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4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567-5949-B0B5-9991-0B3405C6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C17AB-7A32-9045-2C91-F7A4C3DE1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D408B-B9A4-1155-EB3E-32F0B37D6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6564-EE33-AB20-2DF9-04A7022F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FAFBC-6F7C-3510-C061-8DD49066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C915A-AD5A-42A7-2760-3336D737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0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165B-7001-B466-4A1C-C6D4A645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460F7-D302-0D51-640C-276E52FA3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4B4A3-0037-5CB9-FD8A-666E34179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0984-DD0D-C9F2-89E7-D5B4BAC9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D239D-7FE3-DACB-6E6F-3D2916019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7D6DB-751E-46A1-D6E7-98C9869E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7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458C-45E9-1251-0E2D-BC108394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C3508-7827-C56D-7EC4-EB49B7236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A3A38-94EC-F305-1928-EB468E53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E40E-27D3-D85E-78DC-3223E942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F5193-4EB8-D15E-931A-05AD89E3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0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432DF-AD92-554C-3457-818871B40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364F4-B1AC-D6CE-098C-E1497F14A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C425B-6ECE-EFE3-3F20-C8C87003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85D0B-5AF5-A77B-AA52-DFBC478E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AFDC-D541-CA9B-143A-3E44577B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3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C24525-1D93-0B09-E4E6-92511CA5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5F2FE-0EF0-262C-706F-0CCF346A8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95E19-D5DC-930D-7F2D-2A24E7E36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77EF5-C9E1-4DD6-B2BD-67B71E034393}" type="datetimeFigureOut">
              <a:rPr lang="en-US" smtClean="0"/>
              <a:t>2/11/2024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F1489-35A4-8471-B48B-13F5935D0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277B2-B18C-C885-31A2-2E862FE97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80A82-E07A-4088-B3CC-7DED4726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8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8FFF-299A-1DF0-21BF-BEF794939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54ED6-0D3E-C4E7-91D5-6893D89366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B9B41-1EDE-7B40-FE57-3B75E63E6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183" y="3157499"/>
            <a:ext cx="1857634" cy="543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B2F54-CB68-36F4-5242-A3FDD65C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186" y="1511896"/>
            <a:ext cx="1848108" cy="552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B31F58-0D99-9418-3CF0-1BA79ECF7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178" y="2536018"/>
            <a:ext cx="1571844" cy="47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1F0566-7E0C-E6DC-0930-CBEE75BFF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051" y="2681183"/>
            <a:ext cx="2133898" cy="14956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31BD7B-4B12-AEAF-2565-5090AE104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7518" y="1657123"/>
            <a:ext cx="2105319" cy="13527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51DDAB-1BCF-90E9-7A65-FFF5B7612F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0445" y="2995552"/>
            <a:ext cx="2391109" cy="866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7B7EB2-A6C6-87AE-7511-DB040631B5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022" y="1332643"/>
            <a:ext cx="1257475" cy="1009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F4F6D9-0CFA-2A87-229D-A43602AFA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1078" y="2895525"/>
            <a:ext cx="1209844" cy="10669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B1C89C-5673-023F-04C4-3953B1304D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08319" y="808695"/>
            <a:ext cx="1276528" cy="10478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878E529-BAE6-28FF-EC6A-58DE17112B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7798" y="3971416"/>
            <a:ext cx="1619476" cy="800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DD447D-51DC-0A86-02C7-B1A08C6674F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3452" y="2552714"/>
            <a:ext cx="1371791" cy="147658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5F6D27-FBC3-2433-97FA-5427F891507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6259" y="2423972"/>
            <a:ext cx="5239481" cy="201005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43AE090-C938-ECC6-089F-798A6B3369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61890" y="2138182"/>
            <a:ext cx="5868219" cy="258163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908A68-9E35-6207-FEE3-099DBAEDB2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4055" y="1159422"/>
            <a:ext cx="1019317" cy="7049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3ED7B4B-122E-4972-CB61-6DFD6AE50E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470" y="599116"/>
            <a:ext cx="990738" cy="73352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4FA7C25-66C3-C433-68BF-3C5E17C43A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13475" y="3190842"/>
            <a:ext cx="3048425" cy="19719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CFACA30-2DFD-2C63-C51D-FA31822750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7588" y="1332643"/>
            <a:ext cx="3839111" cy="18862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D24149D-ECAD-F6F8-063A-289282255EF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33126" y="2466840"/>
            <a:ext cx="7325747" cy="192431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B51B9E-D246-390F-2DC5-DACAD136C8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52946" y="3152736"/>
            <a:ext cx="1486107" cy="5525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C3B2812-0D31-FCAC-642A-893855E5D17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61900" y="4405448"/>
            <a:ext cx="1143160" cy="48584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BF17DE5-705E-0FD9-34B7-5B23896147E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33338" y="2228682"/>
            <a:ext cx="5725324" cy="2400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93A28D-BD92-8049-565D-8D63E463C17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81578" y="3062236"/>
            <a:ext cx="1028844" cy="733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8A0506-0999-1B06-FD08-109592E71A4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19604" y="2814552"/>
            <a:ext cx="1552792" cy="1228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63E510-A5EA-A1F3-02A3-B1969DD2128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62155" y="2457314"/>
            <a:ext cx="3867690" cy="1943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406C0E-58B6-418D-40F5-D00DD235EB6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7998" y="5396483"/>
            <a:ext cx="1086002" cy="6477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4AE34-876E-4153-321E-28B8E8CE23E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18579" y="5539111"/>
            <a:ext cx="1247949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3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81C44E9-A06F-46C1-E434-AD74A5335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401" t="9182" r="54" b="5898"/>
          <a:stretch/>
        </p:blipFill>
        <p:spPr>
          <a:xfrm>
            <a:off x="3070224" y="400685"/>
            <a:ext cx="1520826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6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6D6A4-131E-1C94-3B49-01588CECE2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96" t="10039" r="35406" b="72174"/>
          <a:stretch/>
        </p:blipFill>
        <p:spPr>
          <a:xfrm>
            <a:off x="2126996" y="132588"/>
            <a:ext cx="3559810" cy="1163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F299A6-D5D7-9D9A-FE22-480A618C0A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291" t="27202" r="3170" b="13250"/>
          <a:stretch/>
        </p:blipFill>
        <p:spPr>
          <a:xfrm>
            <a:off x="6595111" y="994410"/>
            <a:ext cx="891540" cy="510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AE7F93-FD06-33DB-ABF0-2799FCD2F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70" y="2352525"/>
            <a:ext cx="4725059" cy="2152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89AEDD-6DBC-1740-AE21-53593801B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758" y="3024679"/>
            <a:ext cx="1800476" cy="2048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DEDE50-852E-BDC8-4E96-DD7E63078E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930" y="4201011"/>
            <a:ext cx="4906060" cy="2133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6C51B5-0B98-4F60-6C8B-61C09B8352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5683" y="1028364"/>
            <a:ext cx="7678222" cy="3191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C9A3CE-F006-7787-137C-2F77509F7F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1393" y="2843130"/>
            <a:ext cx="2429214" cy="1171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F76E63-4B26-9A55-6414-FFCA4F72AB4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190" t="5484" r="3888" b="4075"/>
          <a:stretch/>
        </p:blipFill>
        <p:spPr>
          <a:xfrm>
            <a:off x="297227" y="896112"/>
            <a:ext cx="1314704" cy="1490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4E4FB9-620D-CA93-2B4A-897CF92CF3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571" y="563522"/>
            <a:ext cx="6077798" cy="2981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A50F31-DB84-1F79-6502-6F47EA7E80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6288" y="3038420"/>
            <a:ext cx="1419423" cy="781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FF9C24-80C9-D440-6166-94EDFECA90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9229" y="497407"/>
            <a:ext cx="1419423" cy="781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995EFA-47BB-348D-EC03-05770D61A4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4647" y="4622362"/>
            <a:ext cx="1390844" cy="7049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387278-9846-7160-8857-2FFAA310F9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579" y="5539799"/>
            <a:ext cx="381053" cy="342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7BF91E-FBFE-99B0-9849-2D1C2A9C17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2496" y="2928867"/>
            <a:ext cx="4887007" cy="10002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F6FA18-2EC3-3D9B-BB77-44EAE2AD19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4098" y="739232"/>
            <a:ext cx="2029108" cy="13813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117B1B-E8B8-5ACD-6E26-9B6388DF32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5422" y="180521"/>
            <a:ext cx="2048161" cy="14670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2C667A7-0711-1003-02AD-3BD102BADB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9755" y="5481923"/>
            <a:ext cx="4391638" cy="6382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BB7940-F4F7-C7EE-D38A-C9F667F34C5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71602" y="3143210"/>
            <a:ext cx="4448796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6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8DBD3-BAB3-62FF-2743-050519452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89" y="686054"/>
            <a:ext cx="5210902" cy="990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EB8BCB-343A-EEE6-416E-796642BF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12" y="2938394"/>
            <a:ext cx="5201376" cy="981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6923E8-5503-D728-2409-F7EEAEC95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89" y="2097326"/>
            <a:ext cx="3381847" cy="112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036649-7E4C-FADB-6C46-539EE6BF0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0870" y="1590594"/>
            <a:ext cx="3400900" cy="1162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CEAA28-61B3-0C78-FAB3-CF22C0D90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193" y="3593874"/>
            <a:ext cx="3753374" cy="1124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BF410C-BF30-7FB0-46CB-E4EF6E4FDB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0157" y="2933631"/>
            <a:ext cx="971686" cy="9907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5E9F43-363E-9250-0D3F-FFC480B933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433" y="306605"/>
            <a:ext cx="2981741" cy="14289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A0A1E8-AF77-D78D-AF15-8063FC5DE3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7951" y="3567132"/>
            <a:ext cx="1333686" cy="704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E1CE371-4278-8CD4-6288-DD027AD539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3391" y="2433498"/>
            <a:ext cx="5325218" cy="19910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A4C746-8438-E495-C6CF-2CD5A208E2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826" y="-70652"/>
            <a:ext cx="1505160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3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Nguyễn Phát Hưng</dc:creator>
  <cp:lastModifiedBy>Nguyễn Phát Hưng</cp:lastModifiedBy>
  <cp:revision>5</cp:revision>
  <dcterms:created xsi:type="dcterms:W3CDTF">2024-02-07T00:51:36Z</dcterms:created>
  <dcterms:modified xsi:type="dcterms:W3CDTF">2024-02-12T08:22:39Z</dcterms:modified>
</cp:coreProperties>
</file>